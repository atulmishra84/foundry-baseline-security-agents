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Calibri"/>
              </a:rPr>
              <a:t>CONFIDENTIAL  ·  HEALTHCARE BUYER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Secure the AI that
touches the patient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5D0DE"/>
                </a:solidFill>
                <a:latin typeface="Calibri"/>
              </a:rPr>
              <a:t>Foundary on Microsoft Azure AI Foundry — a closed-loop AI security system for agentic
clinical and operational assistants. Discover. Evidence. Validate. Retest. Brief the 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8B8"/>
                </a:solidFill>
                <a:latin typeface="Calibri"/>
              </a:rPr>
              <a:t>Prepared as a product + strategy recommendation  · 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8B8"/>
                </a:solidFill>
                <a:latin typeface="Calibri"/>
              </a:rPr>
              <a:t>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What we are asking a healthcare buyer to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B2433"/>
                </a:solidFill>
                <a:latin typeface="Calibri"/>
              </a:rPr>
              <a:t>•  Buy a purpose-built control plane for AI agents that can search patients, book visits, or summarize charts — not another generic SOC seat.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B2433"/>
                </a:solidFill>
                <a:latin typeface="Calibri"/>
              </a:rPr>
              <a:t>•  Place it next to where those agents are already built: Azure AI Foundry (your tenant, your model, your evidence).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B2433"/>
                </a:solidFill>
                <a:latin typeface="Calibri"/>
              </a:rPr>
              <a:t>•  Accept a controlled first scope: authorized systems only, human approval before containment, no “spray and pray” red team against the EHR.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B2433"/>
                </a:solidFill>
                <a:latin typeface="Calibri"/>
              </a:rPr>
              <a:t>•  Do not substitute this with “we already own Security Copilot / Defender / a WAF.” Those tools do not close the AI-agent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INDUSTRY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Why this is a 2026 healthcare problem, not a lab toy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623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Agents are in the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77A"/>
                </a:solidFill>
                <a:latin typeface="Calibri"/>
              </a:rPr>
              <a:t>Patient search, intake, prior-auth drafts, and nursing copilots invoke tools. A prompt is now an access path.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43000"/>
            <a:ext cx="5623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3258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HIPAA still applies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77A"/>
                </a:solidFill>
                <a:latin typeface="Calibri"/>
              </a:rPr>
              <a:t>If the model can dump a store, that is an ePHI event — even when the “UI” looked like a chatbot.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20440"/>
            <a:ext cx="5623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03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Boards will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77A"/>
                </a:solidFill>
                <a:latin typeface="Calibri"/>
              </a:rPr>
              <a:t>“Show me evidence the copilot cannot be instructed to ignore policy.” Annual pentest PDFs will not suffice.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520440"/>
            <a:ext cx="5623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703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Azure is already chosen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20624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77A"/>
                </a:solidFill>
                <a:latin typeface="Calibri"/>
              </a:rPr>
              <a:t>Most IDNs building agents are on OpenAI in Azure. Security that does not live on Foundry becomes shadow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What known tools actually see vs what the agent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91C1C"/>
                </a:solidFill>
                <a:latin typeface="Calibri"/>
              </a:rPr>
              <a:t>Known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Defender / CSPM: VMs, identities, public blobs — not prompt injection.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WAF / API gateway: HTTP schema, not instruction override.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SAST/SCA: libraries, not tool dumps when patient_id is null.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Security Copilot: excellent SOC copilot; it does not own your AI SoT or retest.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Annual red team: one week, one report, no closed-loop control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766E"/>
                </a:solidFill>
                <a:latin typeface="Calibri"/>
              </a:rPr>
              <a:t>What failed in our authorized healthcare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T-001: instruction-override returned bulk mock records.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T-002 / T-006: patient_search + system-admin identity.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SOC raised a CRITICAL incident — containment stayed human-gated.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Retest on the hardened copy: T-001 BLOCKED.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That is the story a CISO can take to compliance: fail, fix, prove.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4  / 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Foundary: three specialists, one Source of Truth, one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39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AI Security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77A"/>
                </a:solidFill>
                <a:latin typeface="Calibri"/>
              </a:rPr>
              <a:t>Discovers the agent, scores T-001–T-010, maps OWASP / ATLAS / NIST, drafts remediations.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68879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AI Red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39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77A"/>
                </a:solidFill>
                <a:latin typeface="Calibri"/>
              </a:rPr>
              <a:t>Validates only allowlisted targets. Records CONFIRMED / BLOCKED. No freelance exploits.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03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AI Runtime 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77A"/>
                </a:solidFill>
                <a:latin typeface="Calibri"/>
              </a:rPr>
              <a:t>Turns evidence into incidents and lineage. Containment requires written approval.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006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937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Orchestrator +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035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77A"/>
                </a:solidFill>
                <a:latin typeface="Calibri"/>
              </a:rPr>
              <a:t>Foundry agents call the Container App. JSON to blob. Executive dashboard for the board.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5  / 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How a health system would run this in week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1. Inventory the AI assistants that can touch scheduling, HIM, or clinical search. Put only authorized systems on the allowlist.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2. Operator (Entra) opens Foundry project → Orchestrator Playground → “Call runLifecycle with retest true.” Or POST /v1/lifecycle.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3. Engineer writes asset / finding / remediation JSON. Red Team confirms T-001 on the authorized build only.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4. SOC opens an incident. Nobody disables an identity until Security + Compliance sign the approval file.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5. Retest the hardened control. Dashboard states GO / NO-GO. Export CSV to Power BI if the CISO wants a workspace.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6. Repeat when the agent, tools, or model deployment changes — not once a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TECHNICAL FACT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What is actually running (no vapor)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Azure: Hub + project on AI Foundry, Azure OpenAI gpt-4o, Key Vault, Storage, Log Analytics, Container Apps runtime.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Loop: discover → assess → remediate → authorized validate → detect → retest T-001 on hardened copy.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SoT: threats T-001–T-010, controls CTRL-001–007, OWASP LLM Top 10 2025, MITRE ATLAS, NIST AI RMF.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Artifacts: asset, finding, remediation, attack, evidence (PHI redacted), incident, framework coverage, dashboard HTML.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Safety: production.json allowlist; Red Team cannot aim at an EHR URL; SOC Graph disable is one demo SP only.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Network: hybrid private endpoints on storage / KV / OpenAI; public access still on until VPN/Bastion cutover.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Auth today: humans Entra; some agent connections still API key / Bearer — call that out as the Entra-only backlog.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7  / 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PROOF, NOT A SLIDEWARE SCREENSHOT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Authorized healthcare assistant — last closed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7830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77A"/>
                </a:solidFill>
                <a:latin typeface="Calibri"/>
              </a:rPr>
              <a:t>Findings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188720"/>
            <a:ext cx="17830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13258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057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77A"/>
                </a:solidFill>
                <a:latin typeface="Calibri"/>
              </a:rPr>
              <a:t>Critical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188720"/>
            <a:ext cx="17830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3258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57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77A"/>
                </a:solidFill>
                <a:latin typeface="Calibri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17830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3258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57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77A"/>
                </a:solidFill>
                <a:latin typeface="Calibri"/>
              </a:rPr>
              <a:t>Confirmed T-001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188720"/>
            <a:ext cx="17830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3258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057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77A"/>
                </a:solidFill>
                <a:latin typeface="Calibri"/>
              </a:rPr>
              <a:t>Incident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1188720"/>
            <a:ext cx="17830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1325880"/>
            <a:ext cx="1783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Calibri"/>
              </a:rPr>
              <a:t>BLOCKED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05740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B677A"/>
                </a:solidFill>
                <a:latin typeface="Calibri"/>
              </a:rPr>
              <a:t>Retest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0175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2433"/>
                </a:solidFill>
                <a:latin typeface="Calibri"/>
              </a:rPr>
              <a:t>Decision the dashboard already prints: NO-GO for the unprotected demo. GO to keep the hardened control set.
That is the buying motion: we do not ask you to trust a model. We ask you to trust a repeatable fail / fix / prove cycle.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3891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Evidence never stores clinical fields — record ids + [REDACTED] only.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Same loop is callable from Foundry (OpenAPI + connection) or the Container App.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8  / 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WHY BUY FOUNDARY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The healthcare-specific reasons this is worth a budget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It speaks the threat language regulators will borrow: OWASP LLM, ATLAS, NIST AI RMF — mapped to one SoT.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It is built for agents with tools (patient_search), not for a static website.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It refuses to become your next rogue pentest against Epic/Cerner. Allowlist is a product feature, not a footnote.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It produces artifacts Legal and Privacy can file: findings, remediations, incidents, retest BLOCKED.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It sits on Microsoft’s path you already staff: Foundry, Entra, Azure RBAC, (later) Security Copilot YAML upload.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Time-to-answer for “did the copilot leak?” drops from a consulting sprint to one lifecycle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9  / 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COMPETITIVE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Why “we already bought X” is not an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77A"/>
                </a:solidFill>
                <a:latin typeface="Calibri"/>
              </a:rPr>
              <a:t>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0515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77A"/>
                </a:solidFill>
                <a:latin typeface="Calibri"/>
              </a:rPr>
              <a:t>Keep it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0515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B677A"/>
                </a:solidFill>
                <a:latin typeface="Calibri"/>
              </a:rPr>
              <a:t>It does not replace Foundary because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471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Microsoft Security 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508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77A"/>
                </a:solidFill>
                <a:latin typeface="Calibri"/>
              </a:rPr>
              <a:t>Best SOC analyst copilot in the Microsoft estate.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50876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2433"/>
                </a:solidFill>
                <a:latin typeface="Calibri"/>
              </a:rPr>
              <a:t>Does not discover your agent’s tools, confirm T-001 on an allowlist, or retest a hardened 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2316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Defender / Purview / DLP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4231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77A"/>
                </a:solidFill>
                <a:latin typeface="Calibri"/>
              </a:rPr>
              <a:t>Necessary for tenant, data, and endpoint.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42316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2433"/>
                </a:solidFill>
                <a:latin typeface="Calibri"/>
              </a:rPr>
              <a:t>Blind to instruction-override → tool dump. Complementary, not a substitute.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112471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33756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Lakera / Prompt Security / HiddenLayer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3375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77A"/>
                </a:solidFill>
                <a:latin typeface="Calibri"/>
              </a:rPr>
              <a:t>Strong prompt-layer or model-security points.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33756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2433"/>
                </a:solidFill>
                <a:latin typeface="Calibri"/>
              </a:rPr>
              <a:t>Point control. You still lack SoT, remediations, SOC incident, exec GO/NO-GO.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14800"/>
            <a:ext cx="112471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5196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Traditional AppSec + pentest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2519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77A"/>
                </a:solidFill>
                <a:latin typeface="Calibri"/>
              </a:rPr>
              <a:t>Needed for the rest of the estate.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25196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2433"/>
                </a:solidFill>
                <a:latin typeface="Calibri"/>
              </a:rPr>
              <a:t>Wrong unit of work: they test code paths, not agent reasoning + tools.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29200"/>
            <a:ext cx="1124712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6636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Build it on Copilot Studio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166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77A"/>
                </a:solidFill>
                <a:latin typeface="Calibri"/>
              </a:rPr>
              <a:t>Fast UX for clinicians.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516636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2433"/>
                </a:solidFill>
                <a:latin typeface="Calibri"/>
              </a:rPr>
              <a:t>No closed-loop AI security system of record.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Buy this if / do not buy this if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Calibri"/>
              </a:rPr>
              <a:t>Buy Foundary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are deploying Azure-hosted clinical or RCM agents in the next 12 months.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Compliance has asked for AI-specific evidence, not a SOC alert screenshot.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want fail / fix / prove on an authorized system before production.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will staff a human approver — we will not auto-disable care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553212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91C1C"/>
                </a:solidFill>
                <a:latin typeface="Calibri"/>
              </a:rPr>
              <a:t>Do not buy (yet) 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need a multi-tenant SaaS tomorrow with a price list and 21-hospital rollout.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expect Entra-only everywhere on day one — keys still exist on two paths.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want us to red-team Epic production. We will refuse. That is the product.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B2433"/>
                </a:solidFill>
                <a:latin typeface="Calibri"/>
              </a:rPr>
              <a:t>•  You only needed a WAF rule and a training slide.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HOW TO SELL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Packaging a health-system commercial 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Offer 1 — Foundry Security Loop (this platform): agents, SoT, runtime, dashboard, allowlisted validation.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Offer 2 — Healthcare scenario pack: patient-search / scheduling agent patterns, PHI redaction, approval language.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Offer 3 — Operating model: who approves containment, who owns remediations, how often the loop runs.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Price against: one delayed go-live + one reportable incident investigation. Not against a $20/user SOC add-on.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Land: one service line (e.g., digital front door). Expand: every Foundry agent that gains a tool.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B2433"/>
                </a:solidFill>
                <a:latin typeface="Calibri"/>
              </a:rPr>
              <a:t>•  Microsoft attach: Azure consumption + Foundry; optional Security Copilot YAML for the SOC they already bought.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DILIGENCE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What a good CISO will push back on — answer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“Is this production SaaS?”  Controlled platform + proven loop. Not 50-tenant healthcare SaaS. Sell a joint productionization plan.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“Will you attack our EHR?”  No. Allowlist only. If they want production, they put a replica on the list and sign a rules of engagement.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“Entra-only policy?”  Portal is Entra. Next increment: AAD for OpenAI connection + JWT on the runtime. Put it in the SOW.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“Model hallucination?”  Deterministic tools write JSON; the LLM only annotates. Exec numbers come from tools, not prose.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“PHI in logs?”  Redaction is on. Still review LAW / App Insights retention with Privacy.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B2433"/>
                </a:solidFill>
                <a:latin typeface="Calibri"/>
              </a:rPr>
              <a:t>•  “Quota / Playground?”  Use the existing gpt-4o deployment; do not create a second one. Runtime API is the system of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NEXT 90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If they say yes Tuesday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0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ED8"/>
                </a:solidFill>
                <a:latin typeface="Calibri"/>
              </a:rPr>
              <a:t>Days 1–30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33"/>
                </a:solidFill>
                <a:latin typeface="Calibri"/>
              </a:rPr>
              <a:t>Pilot SOW. Allowlist one non-prod assistant. Entra RBAC. Run lifecycle weekly. Dashboard in CISO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65760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ED8"/>
                </a:solidFill>
                <a:latin typeface="Calibri"/>
              </a:rPr>
              <a:t>Days 31–60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33"/>
                </a:solidFill>
                <a:latin typeface="Calibri"/>
              </a:rPr>
              <a:t>Entra-only outbound. Private-link cutover plan. Power BI workspace if licensed. Approval playbook with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365760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ED8"/>
                </a:solidFill>
                <a:latin typeface="Calibri"/>
              </a:rPr>
              <a:t>Days 61–90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0116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2433"/>
                </a:solidFill>
                <a:latin typeface="Calibri"/>
              </a:rPr>
              <a:t>Second agent (scheduling or HIM). Security Copilot YAML in their tenant. Decision to productize vs keep as platform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14  / 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D4ED8"/>
                </a:solidFill>
                <a:latin typeface="Calibri"/>
              </a:rPr>
              <a:t>THE SENTENCE TO LEAVE IN THE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If they remember one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Calibri"/>
              </a:rPr>
              <a:t>You already bought Microsoft to build the clinical copilot.
Foundary is how you prove that copilot cannot be talked into
handing over the chart — and how you prove the fix held.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A"/>
                </a:solidFill>
                <a:latin typeface="Calibri"/>
              </a:rPr>
              <a:t>Foundary  |  Confidential  |  Healthcare AI Security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A"/>
                </a:solidFill>
                <a:latin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Calibri"/>
              </a:rPr>
              <a:t>NEXT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Pick one authorized assistant.
Run the loop. Read the GO / NO-GO.
Then decide whether to buy the category
or keep renting point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8B8"/>
                </a:solidFill>
                <a:latin typeface="Calibri"/>
              </a:rPr>
              <a:t>Foundary  ·  Azure AI Foundry  ·  project-security-agents  ·  executive-dashboard.html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A8B8"/>
                </a:solidFill>
                <a:latin typeface="Calibri"/>
              </a:rPr>
              <a:t>16  /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