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Calibri"/>
              </a:rPr>
              <a:t>CONFIDENTIAL  ·  UPDATED PRODUCT BRIEFING  ·  SEPTEMBER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45309"/>
                </a:solidFill>
                <a:latin typeface="Calibri"/>
              </a:rPr>
              <a:t>Foundary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Prove the clinical copilot
cannot be talked into
handing over the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5D0DE"/>
                </a:solidFill>
                <a:latin typeface="Calibri"/>
              </a:rPr>
              <a:t>Closed-loop AI security on Microsoft Azure AI Foundry — discover, evidence, validate,
retest, incident, executive GO / NO-GO. Shipped baseline, not multi-tenant SaaS.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97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8B8"/>
                </a:solidFill>
                <a:latin typeface="Calibri"/>
              </a:rPr>
              <a:t>GitHub: github.com/atulmishra84/Foundry-Baseline-Security-Agents    ·    Project: project-security-agents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8B8"/>
                </a:solidFill>
                <a:latin typeface="Calibri"/>
              </a:rPr>
              <a:t>1  / 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alibri"/>
              </a:rPr>
              <a:t>THE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What a health-system buyer is actually buying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700">
                <a:solidFill>
                  <a:srgbClr val="1B2433"/>
                </a:solidFill>
                <a:latin typeface="Calibri"/>
              </a:rPr>
              <a:t>•  A control plane for AI agents that can search patients, book visits, or draft clinical text — not another SOC seat.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B2433"/>
                </a:solidFill>
                <a:latin typeface="Calibri"/>
              </a:rPr>
              <a:t>•  It runs where those agents are built: Azure AI Foundry, with a Container App that executes the loop and writes evidence.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B2433"/>
                </a:solidFill>
                <a:latin typeface="Calibri"/>
              </a:rPr>
              <a:t>•  Scope is authorized systems only. We will not red-team Epic/Cerner production. That refusal is a product feature.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B2433"/>
                </a:solidFill>
                <a:latin typeface="Calibri"/>
              </a:rPr>
              <a:t>•  You get fail / fix / prove: unprotected demo CONFIRMED T-001; hardened copy BLOCKED; dashboard states NO-GO vs GO.</a:t>
            </a:r>
          </a:p>
          <a:p>
            <a:pPr algn="l">
              <a:spcAft>
                <a:spcPts val="700"/>
              </a:spcAft>
            </a:pPr>
            <a:r>
              <a:rPr sz="1700">
                <a:solidFill>
                  <a:srgbClr val="1B2433"/>
                </a:solidFill>
                <a:latin typeface="Calibri"/>
              </a:rPr>
              <a:t>•  You do not get 50-hospital SaaS, Entra-only on every outbound call, or a published Power BI workspace until the tenant is licensed.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Foundary  |  Confidential  |  Healthcare AI Security  |  Product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2  / 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alibri"/>
              </a:rPr>
              <a:t>WHY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The unit of risk is the agent with a tool, not the website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6235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HIPAA still applies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77A"/>
                </a:solidFill>
                <a:latin typeface="Calibri"/>
              </a:rPr>
              <a:t>If the model can dump a store, that is an ePHI pathway even when the UI is a chat box.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43000"/>
            <a:ext cx="56235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371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Boards will ask for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77A"/>
                </a:solidFill>
                <a:latin typeface="Calibri"/>
              </a:rPr>
              <a:t>“Show the copilot cannot ignore policy.” An annual pentest PDF is not a control proof.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20440"/>
            <a:ext cx="56235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74903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Azure is already the factory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9768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77A"/>
                </a:solidFill>
                <a:latin typeface="Calibri"/>
              </a:rPr>
              <a:t>IDNs building copilots on Foundry. Security that lives elsewhere becomes shadow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520440"/>
            <a:ext cx="56235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74903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Allowlist is clinical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29768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B677A"/>
                </a:solidFill>
                <a:latin typeface="Calibri"/>
              </a:rPr>
              <a:t>A rogue prompt-injection test against the EHR is an incident, not a demo.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Foundary  |  Confidential  |  Healthcare AI Security  |  Product 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3  / 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alibri"/>
              </a:rPr>
              <a:t>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Known Microsoft and market tools vs this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91C1C"/>
                </a:solidFill>
                <a:latin typeface="Calibri"/>
              </a:rPr>
              <a:t>They already 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Defender / CSPM — hosts, identities, public storage.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WAF / APIM — HTTP, not instruction override.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SAST — libraries, not null patient_id dumps.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Security Copilot — SOC analyst, not your AI SoT.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Yearly pentest — one report, no retest artifact.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51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Calibri"/>
              </a:rPr>
              <a:t>What Foundary proved on the healthcare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T-001: override returned bulk mock records.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T-002 / T-006: patient_search + admin identity.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SOC incident CRITICAL; containment human-gated.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Retest on hardened copy: T-001 BLOCKED.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Dashboard: NO-GO unprotected / GO hardened 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Foundary  |  Confidential  |  Healthcare AI Security  |  Product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4  / 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alibri"/>
              </a:rPr>
              <a:t>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Four Foundry agents, one Source of Truth, one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6128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AI Security Engineer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77A"/>
                </a:solidFill>
                <a:latin typeface="Calibri"/>
              </a:rPr>
              <a:t>Discovers the asset (tools, identities). Scores T-001–T-010. Maps OWASP LLM, MITRE ATLAS, NIST AI RMF. Drafts remediations.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AI Red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77A"/>
                </a:solidFill>
                <a:latin typeface="Calibri"/>
              </a:rPr>
              <a:t>Validates only allowlisted targets. Writes CONFIRMED or BLOCKED. Retests T-001 on the hardened copy. No freelance exploits.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2044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3016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AI Runtime SOC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77639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77A"/>
                </a:solidFill>
                <a:latin typeface="Calibri"/>
              </a:rPr>
              <a:t>Turns evidence into incidents and lineage. Containment needs an approval file. Graph disable is one demo SP only.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54880"/>
            <a:ext cx="112471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864608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A"/>
                </a:solidFill>
                <a:latin typeface="Calibri"/>
              </a:rPr>
              <a:t>Orchestrator + 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120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B677A"/>
                </a:solidFill>
                <a:latin typeface="Calibri"/>
              </a:rPr>
              <a:t>Playground calls POST /v1/lifecycle via OpenAPI. JSON to blob runtime-output. Light executive HTML for leadership.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Foundary  |  Confidential  |  Healthcare AI Security  |  Product 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5  / 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alibri"/>
              </a:rP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What is running in the tenant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Foundry hub hub-ai-security + project project-security-agents (East US). Model: existing gpt-4o — do not create a second deployment.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Container App ca-ai-security-runtime: health, lifecycle?retest=true, artifacts, dashboard (Bearer token).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Loop: discover → assess → remediate → authorized validate → SOC incident → retest T-001.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SoT in blob + git: threats, controls, OWASP 2025, ATLAS, NIST AI RMF. Schemas for every JSON artifact.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Safety: config/production.json allowlist; PHI redacted in evidence; A2A bus stamps which agent wrote which file.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Network: vnet-ai-security with private endpoints for blob, Key Vault, OpenAI. Public access still on until Bastion/VPN.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Code: github.com/atulmishra84/Foundry-Baseline-Security-Agents  ·  CI runs schema, retest, and lifecycle tests.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Foundary  |  Confidential  |  Healthcare AI Security  |  Product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6  / 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alibri"/>
              </a:rPr>
              <a:t>HOW TO USE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Operator path — week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Local: python3 tests/mvp_lifecycle.py then open output/executive-dashboard.html.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Azure: Entra user opens the Foundry project (not the OpenAI resource, not Entra app list).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Playground: select Deployment gpt-4o (already exists). New thread. Type: Call runLifecycle with retest true.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Or: source .env &amp;&amp; curl POST $FQDN/v1/lifecycle with Authorization Bearer FOUNDRY_RUNTIME_TOKEN.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Read GO / NO-GO, assets table, findings (Engineer), validation (Red Team), incidents (SOC).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Containment stays off until output/approvals/{incident_id}.json and FOUNDRY_SOC_EXECUTE=true.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Do not paste attack / exploit / hijack into Playground — Azure content filter will block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Foundary  |  Confidential  |  Healthcare AI Security  |  Product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7  / 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alibri"/>
              </a:rPr>
              <a:t>WHERE THE AGENTS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Foundry project — not Microsoft Entra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600">
                <a:solidFill>
                  <a:srgbClr val="1B2433"/>
                </a:solidFill>
                <a:latin typeface="Calibri"/>
              </a:rPr>
              <a:t>•  ai-security-engineer, ai-red-team, ai-runtime-soc, ai-security-orchestrator are Assistants in project-security-agents.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B2433"/>
                </a:solidFill>
                <a:latin typeface="Calibri"/>
              </a:rPr>
              <a:t>•  They will never appear under Entra → App registrations. That is by design: agents are not users.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B2433"/>
                </a:solidFill>
                <a:latin typeface="Calibri"/>
              </a:rPr>
              <a:t>•  In Entra you may see foundary-demo-healthcare-tool (SOC containment SP) and workspace managed identities.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B2433"/>
                </a:solidFill>
                <a:latin typeface="Calibri"/>
              </a:rPr>
              <a:t>•  Portal URL: ai.azure.com → Build → Agents → workspace project-security-agents.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B2433"/>
                </a:solidFill>
                <a:latin typeface="Calibri"/>
              </a:rPr>
              <a:t>•  Playground needs the existing gpt-4o deployment selected. Creating another Standard gpt-4o hits quota (10/50 used).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B2433"/>
                </a:solidFill>
                <a:latin typeface="Calibri"/>
              </a:rPr>
              <a:t>•  Company policy “Entra only” applies to people and workload identities — next increment, not this baseline.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Foundary  |  Confidential  |  Healthcare AI Security  |  Product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8  / 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alibri"/>
              </a:rPr>
              <a:t>EXECUTIVE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Leadership questions the HTML now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2471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Is this a customer/production incident? No — authorized mock only.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Was real PHI leaked? No — redacted ids; no clinical fields on the page.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Are we safe? Unprotected demo failed T-001; hardened copy blocked it.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Ship / no-ship? NO-GO unprotected demo · GO keep the hardened control set.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Did SOC shut something down? No — human approval required.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Who owns next? Engineer remediations, SOC incident, leadership must not promote the open build.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What was not retested? Everything except T-001 (allowlisted validation only).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Entra-only policy met? Not on agent→model and agent→runtime (keys/Bearer still exist).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Which agent wrote this? Handoff table from a2a-messages.json + asset table from discovery.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Foundary  |  Confidential  |  Healthcare AI Security  |  Product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9  / 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alibri"/>
              </a:rPr>
              <a:t>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Last closed loop on the authorized healthcare assistant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78308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B1F3A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77A"/>
                </a:solidFill>
                <a:latin typeface="Calibri"/>
              </a:rPr>
              <a:t>Findings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143000"/>
            <a:ext cx="178308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2801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9659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77A"/>
                </a:solidFill>
                <a:latin typeface="Calibri"/>
              </a:rPr>
              <a:t>Critical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143000"/>
            <a:ext cx="178308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2801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9659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77A"/>
                </a:solidFill>
                <a:latin typeface="Calibri"/>
              </a:rPr>
              <a:t>High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43000"/>
            <a:ext cx="178308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2801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9659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77A"/>
                </a:solidFill>
                <a:latin typeface="Calibri"/>
              </a:rPr>
              <a:t>T-001 CONFIRMED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143000"/>
            <a:ext cx="178308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2801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B1F3A"/>
                </a:solidFill>
                <a:latin typeface="Calibri"/>
              </a:rPr>
              <a:t>BLOCKED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9659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77A"/>
                </a:solidFill>
                <a:latin typeface="Calibri"/>
              </a:rPr>
              <a:t>Retest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0" y="1143000"/>
            <a:ext cx="178308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1280160"/>
            <a:ext cx="1783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B1F3A"/>
                </a:solidFill>
                <a:latin typeface="Calibri"/>
              </a:rPr>
              <a:t>1+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19659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77A"/>
                </a:solidFill>
                <a:latin typeface="Calibri"/>
              </a:rPr>
              <a:t>Incidents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8803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B2433"/>
                </a:solidFill>
                <a:latin typeface="Calibri"/>
              </a:rPr>
              <a:t>Artifacts: asset, finding, remediation, attack, evidence, incident, OWASP/ATLAS/NIST coverage, A2A log, dashboard HTML + Power BI CSV.
Runtime also writes the same JSON to blob container runtime-output.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Engineer owns the asset and findings. Red Team owns validation/retest. SOC owns the incident. Orchestrator owns run order.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That provenance is how a CISO defends the report: not “the model said so,” but which agent wrote which file.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Foundary  |  Confidential  |  Healthcare AI Security  |  Product 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10  / 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alibri"/>
              </a:rPr>
              <a:t>WHY BUY FOUNDARY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Healthcare-specific reasons this deserves a budget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600">
                <a:solidFill>
                  <a:srgbClr val="1B2433"/>
                </a:solidFill>
                <a:latin typeface="Calibri"/>
              </a:rPr>
              <a:t>•  Threat language regulators will borrow: OWASP LLM Top 10, ATLAS, NIST AI RMF — one SoT, not a slide.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B2433"/>
                </a:solidFill>
                <a:latin typeface="Calibri"/>
              </a:rPr>
              <a:t>•  Built for agents with tools (patient_search), not for a marketing site WAF rule.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B2433"/>
                </a:solidFill>
                <a:latin typeface="Calibri"/>
              </a:rPr>
              <a:t>•  Allowlist stops you from turning security into an EHR outage.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B2433"/>
                </a:solidFill>
                <a:latin typeface="Calibri"/>
              </a:rPr>
              <a:t>•  Legal/Privacy can file JSON + GO/NO-GO. That is audit evidence.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B2433"/>
                </a:solidFill>
                <a:latin typeface="Calibri"/>
              </a:rPr>
              <a:t>•  Microsoft path you already staff: Foundry, Azure RBAC, optional later Security Copilot YAML.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B2433"/>
                </a:solidFill>
                <a:latin typeface="Calibri"/>
              </a:rPr>
              <a:t>•  Time-to-answer for “did the copilot leak?” is one lifecycle, not a six-week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Foundary  |  Confidential  |  Healthcare AI Security  |  Product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11  / 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alibri"/>
              </a:rPr>
              <a:t>WHY NOT “WE ALREADY BOUGHT X”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Keep those products — they do not replace this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B677A"/>
                </a:solidFill>
                <a:latin typeface="Calibri"/>
              </a:rPr>
              <a:t>Alternative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02412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B677A"/>
                </a:solidFill>
                <a:latin typeface="Calibri"/>
              </a:rPr>
              <a:t>Keep it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024128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B677A"/>
                </a:solidFill>
                <a:latin typeface="Calibri"/>
              </a:rPr>
              <a:t>It does not replace Foundary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1124712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90472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Security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9047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77A"/>
                </a:solidFill>
                <a:latin typeface="Calibri"/>
              </a:rPr>
              <a:t>SOC copilot in Microsoft.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49047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433"/>
                </a:solidFill>
                <a:latin typeface="Calibri"/>
              </a:rPr>
              <a:t>No allowlisted T-001 retest, no AI SoT, no Foundary GO/NO-GO.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40280"/>
            <a:ext cx="1124712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404872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Defender / Purview / DLP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40487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77A"/>
                </a:solidFill>
                <a:latin typeface="Calibri"/>
              </a:rPr>
              <a:t>Tenant, data, endpoint.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40487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433"/>
                </a:solidFill>
                <a:latin typeface="Calibri"/>
              </a:rPr>
              <a:t>Blind to instruction-override → tool dump. Complementary.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54680"/>
            <a:ext cx="1124712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19272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Lakera / HiddenLayer / prompt firewalls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31927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77A"/>
                </a:solidFill>
                <a:latin typeface="Calibri"/>
              </a:rPr>
              <a:t>Point control at the prompt.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31927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433"/>
                </a:solidFill>
                <a:latin typeface="Calibri"/>
              </a:rPr>
              <a:t>No remediations, SOC incident, or board decision strip.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69080"/>
            <a:ext cx="1124712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233672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AppSec + annual pentest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23367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77A"/>
                </a:solidFill>
                <a:latin typeface="Calibri"/>
              </a:rPr>
              <a:t>Needed for everything else.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3367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433"/>
                </a:solidFill>
                <a:latin typeface="Calibri"/>
              </a:rPr>
              <a:t>Wrong unit of work: code paths vs agent + tools.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83480"/>
            <a:ext cx="1124712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148072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Copilot Studio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14807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77A"/>
                </a:solidFill>
                <a:latin typeface="Calibri"/>
              </a:rPr>
              <a:t>Fast clinician UX.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14807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2433"/>
                </a:solidFill>
                <a:latin typeface="Calibri"/>
              </a:rPr>
              <a:t>No security system of record.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Foundary  |  Confidential  |  Healthcare AI Security  |  Product baseline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12  / 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alibri"/>
              </a:rPr>
              <a:t>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Buy this if  /  do not buy this if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532120" cy="4892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766E"/>
                </a:solidFill>
                <a:latin typeface="Calibri"/>
              </a:rPr>
              <a:t>Buy when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1B2433"/>
                </a:solidFill>
                <a:latin typeface="Calibri"/>
              </a:rPr>
              <a:t>•  Azure-hosted clinical or RCM agents in the next 12 months.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1B2433"/>
                </a:solidFill>
                <a:latin typeface="Calibri"/>
              </a:rPr>
              <a:t>•  Compliance asked for AI-specific evidence.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1B2433"/>
                </a:solidFill>
                <a:latin typeface="Calibri"/>
              </a:rPr>
              <a:t>•  You want fail / fix / prove on an authorized replica first.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1B2433"/>
                </a:solidFill>
                <a:latin typeface="Calibri"/>
              </a:rPr>
              <a:t>•  You will staff a human approver for containment.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097280"/>
            <a:ext cx="5532120" cy="4892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91C1C"/>
                </a:solidFill>
                <a:latin typeface="Calibri"/>
              </a:rPr>
              <a:t>Do not buy (this baseline) 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1B2433"/>
                </a:solidFill>
                <a:latin typeface="Calibri"/>
              </a:rPr>
              <a:t>•  You need multi-tenant SaaS and a rate card this quarter.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1B2433"/>
                </a:solidFill>
                <a:latin typeface="Calibri"/>
              </a:rPr>
              <a:t>•  Entra-only on every API call is a hard gate for go-live.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1B2433"/>
                </a:solidFill>
                <a:latin typeface="Calibri"/>
              </a:rPr>
              <a:t>•  You expect us to attack production EHR. We refuse.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1B2433"/>
                </a:solidFill>
                <a:latin typeface="Calibri"/>
              </a:rPr>
              <a:t>•  A WAF rule and a training slide would have been enough.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Foundary  |  Confidential  |  Healthcare AI Security  |  Product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13  / 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alibri"/>
              </a:rPr>
              <a:t>SHIPPED VS PARKED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Baseline is frozen; these are not in the current offer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In the baseline (done)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1B2433"/>
                </a:solidFill>
                <a:latin typeface="Calibri"/>
              </a:rPr>
              <a:t>•  Closed loop + allowlist + T-001 retest.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1B2433"/>
                </a:solidFill>
                <a:latin typeface="Calibri"/>
              </a:rPr>
              <a:t>•  Foundry agents + OpenAPI runtime.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1B2433"/>
                </a:solidFill>
                <a:latin typeface="Calibri"/>
              </a:rPr>
              <a:t>•  Exec dashboard (Q&amp;A, assets, provenance).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1B2433"/>
                </a:solidFill>
                <a:latin typeface="Calibri"/>
              </a:rPr>
              <a:t>•  Hybrid private endpoints (public still on).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1B2433"/>
                </a:solidFill>
                <a:latin typeface="Calibri"/>
              </a:rPr>
              <a:t>•  GitHub + CI schema/retest/lifecycle.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1B2433"/>
                </a:solidFill>
                <a:latin typeface="Calibri"/>
              </a:rPr>
              <a:t>•  Healthcare sales narrative (this deck).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51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45309"/>
                </a:solidFill>
                <a:latin typeface="Calibri"/>
              </a:rPr>
              <a:t>Parked (not in this sale unless scoped)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1B2433"/>
                </a:solidFill>
                <a:latin typeface="Calibri"/>
              </a:rPr>
              <a:t>•  Entra-only OpenAI + runtime JWT.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1B2433"/>
                </a:solidFill>
                <a:latin typeface="Calibri"/>
              </a:rPr>
              <a:t>•  Disable public network / CA on VNet.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1B2433"/>
                </a:solidFill>
                <a:latin typeface="Calibri"/>
              </a:rPr>
              <a:t>•  Power BI workspace (tenant 404 today).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1B2433"/>
                </a:solidFill>
                <a:latin typeface="Calibri"/>
              </a:rPr>
              <a:t>•  Security Copilot publish in their tenant.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1B2433"/>
                </a:solidFill>
                <a:latin typeface="Calibri"/>
              </a:rPr>
              <a:t>•  Containment from Container App MI.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1B2433"/>
                </a:solidFill>
                <a:latin typeface="Calibri"/>
              </a:rPr>
              <a:t>•  Local Docker amd64 on Apple Silicon.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Foundary  |  Confidential  |  Healthcare AI Security  |  Product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14  / 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alibri"/>
              </a:rPr>
              <a:t>DILIGENCE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What a strong CISO will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Production SaaS? No. Controlled platform + proven loop. Productionization is a joint SOW.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Attack our EHR? No. Allowlist only. They put a replica on the list and sign rules of engagement.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Entra-only? Portal yes. Outbound keys still exist. Call it a backlog item in the contract if required.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Hallucinated findings? Deterministic tools write JSON; LLM only annotates. Exec numbers come from tools.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PHI in logs? Redaction on. Still agree LAW / App Insights retention with Privacy.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1B2433"/>
                </a:solidFill>
                <a:latin typeface="Calibri"/>
              </a:rPr>
              <a:t>•  Playground quota? Use existing gpt-4o. Runtime API is the system of record if the UI fights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Foundary  |  Confidential  |  Healthcare AI Security  |  Product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15  / 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alibri"/>
              </a:rPr>
              <a:t>COMMERCIAL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How to land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600">
                <a:solidFill>
                  <a:srgbClr val="1B2433"/>
                </a:solidFill>
                <a:latin typeface="Calibri"/>
              </a:rPr>
              <a:t>•  Offer: Foundry Security Loop + healthcare scenario pack (patient search / scheduling patterns) + operating model.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B2433"/>
                </a:solidFill>
                <a:latin typeface="Calibri"/>
              </a:rPr>
              <a:t>•  Price against: delayed digital-front-door go-live + one reportable investigation. Not against $20/user SOC.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B2433"/>
                </a:solidFill>
                <a:latin typeface="Calibri"/>
              </a:rPr>
              <a:t>•  Land: one non-prod assistant on the allowlist. Expand: every Foundry agent that gains a tool.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B2433"/>
                </a:solidFill>
                <a:latin typeface="Calibri"/>
              </a:rPr>
              <a:t>•  Microsoft attach: Azure consumption. Optional: they upload our Security Copilot YAML themselves.</a:t>
            </a:r>
          </a:p>
          <a:p>
            <a:pPr algn="l">
              <a:spcAft>
                <a:spcPts val="700"/>
              </a:spcAft>
            </a:pPr>
            <a:r>
              <a:rPr sz="1600">
                <a:solidFill>
                  <a:srgbClr val="1B2433"/>
                </a:solidFill>
                <a:latin typeface="Calibri"/>
              </a:rPr>
              <a:t>•  Success metric week 4: one GO/NO-GO in the CISO packet with A2A provenance attached.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Foundary  |  Confidential  |  Healthcare AI Security  |  Product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16  / 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Calibri"/>
              </a:rPr>
              <a:t>IF THEY SAY YES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Calibri"/>
              </a:rPr>
              <a:t>90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36576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D4ED8"/>
                </a:solidFill>
                <a:latin typeface="Calibri"/>
              </a:rPr>
              <a:t>Days 1–30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B2433"/>
                </a:solidFill>
                <a:latin typeface="Calibri"/>
              </a:rPr>
              <a:t>SOW. Allowlist one non-prod assistant. Entra RBAC on the project. Weekly lifecycle. Dashboard in CISO review.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43000"/>
            <a:ext cx="36576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325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D4ED8"/>
                </a:solidFill>
                <a:latin typeface="Calibri"/>
              </a:rPr>
              <a:t>Days 31–60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6596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B2433"/>
                </a:solidFill>
                <a:latin typeface="Calibri"/>
              </a:rPr>
              <a:t>Optional Entra outbound. Private-link cutover plan. Approval playbook with Compliance. Fabric if they want Power BI.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143000"/>
            <a:ext cx="36576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25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D4ED8"/>
                </a:solidFill>
                <a:latin typeface="Calibri"/>
              </a:rPr>
              <a:t>Days 61–90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96596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B2433"/>
                </a:solidFill>
                <a:latin typeface="Calibri"/>
              </a:rPr>
              <a:t>Second agent. Copilot YAML in their tenant if they operate a SOC there. Decision: productize vs platform service.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77A"/>
                </a:solidFill>
                <a:latin typeface="Calibri"/>
              </a:rPr>
              <a:t>Foundary  |  Confidential  |  Healthcare AI Security  |  Product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37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77A"/>
                </a:solidFill>
                <a:latin typeface="Calibri"/>
              </a:rPr>
              <a:t>17  / 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45309"/>
                </a:solidFill>
                <a:latin typeface="Calibri"/>
              </a:rPr>
              <a:t>THE LINE TO LEAVE IN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You already bought Microsoft to build
the clinical copilot. Foundary is how you
prove it cannot be instructed to hand over
the chart — and that the fix held.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463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5D0DE"/>
                </a:solidFill>
                <a:latin typeface="Calibri"/>
              </a:rPr>
              <a:t>Pick one authorized assistant. Run the loop. Read GO / NO-GO.
github.com/atulmishra84/Foundry-Baseline-Security-Agents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8B8"/>
                </a:solidFill>
                <a:latin typeface="Calibri"/>
              </a:rPr>
              <a:t>18  /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